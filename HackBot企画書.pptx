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0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2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8FF59E-68BD-4F12-AB5A-6E61DAD556E0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7F7A4E-DB04-463B-99F0-9CF331B184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0201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F7A4E-DB04-463B-99F0-9CF331B1840B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0431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F7A4E-DB04-463B-99F0-9CF331B1840B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2885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C615B7-2875-2482-5DF6-E099F9CB4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3D2D88F-0564-1AF0-1114-8C98B65B9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A7E965-A8A7-B530-2027-4344E0359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F00A9-3B06-4F95-A812-A588C888AE9D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B762F4-7FB3-51EF-F6E0-A8B78F16D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D5FB27-98A5-9E24-7C72-757BEB814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EB8EB-7354-4C73-96D0-C7A2E970D9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057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9A64D2-BCAA-11B8-9FA8-DCEF1F9B9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F186D0-081E-6D55-57DD-44C972B3A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85A21B-3C28-1D0A-2E37-CF8FD4856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F00A9-3B06-4F95-A812-A588C888AE9D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4DA82F-B0F2-E017-E2B0-F90C092DD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A114DF-B52C-1FA3-A723-DD8E9A1DA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EB8EB-7354-4C73-96D0-C7A2E970D9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3797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FC56C9-C66D-C25A-6F87-B9CF575DA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1A78409-9062-7640-E4E4-9C9B608D8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31A51C-9E69-D190-1F69-D959BCDCF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F00A9-3B06-4F95-A812-A588C888AE9D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DA6A23-DF33-EC89-0A1D-81D8A7A66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C69718-3A73-AE68-B74B-893CDB3B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EB8EB-7354-4C73-96D0-C7A2E970D9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766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9FEE83-19A5-C44F-DF56-88C9711F7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11DFD0-8981-B742-27D8-445B5377E3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500FF4A-4232-3037-BA83-229C99971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5E09CE1-6E5A-8743-1D19-5D05D98A9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F00A9-3B06-4F95-A812-A588C888AE9D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2501BBF-3328-6793-E0CF-2B969A805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F66F0DA-8A73-2471-48D7-99DECBC9B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EB8EB-7354-4C73-96D0-C7A2E970D9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106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59253C-15B3-902D-6C0B-8FCD53BC6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8D65A3-DD3B-FCF5-8B41-17AE9904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9FA9660-E72F-04D5-8777-806BF40E6C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5632F7A-51F5-77C5-AD26-6FABED8417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A4DFDF4-1EEE-A37C-7A14-D4E89BF4B5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52AD5DB-FEC4-70AA-191B-9650FB78D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F00A9-3B06-4F95-A812-A588C888AE9D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7EA372F-83B0-043F-2801-9869BA583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96D0B05-079E-C8DC-A5F3-764AFB978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EB8EB-7354-4C73-96D0-C7A2E970D9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546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7AB4CF-1716-95F9-6BD7-CE78268ED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B50591E-559A-6BB9-DCE6-B3AFC881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F00A9-3B06-4F95-A812-A588C888AE9D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098885C-6968-AC35-C6DC-8CCA952A5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C9CC904-3D07-7D30-47AC-ED0CF286F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EB8EB-7354-4C73-96D0-C7A2E970D9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6907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53852A8-E280-CF07-1291-5684BE628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F00A9-3B06-4F95-A812-A588C888AE9D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415D48D-26AB-19C6-A6B7-41A455DB3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8B0876-F0DB-68F0-ED0F-A0114F703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EB8EB-7354-4C73-96D0-C7A2E970D9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2595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DB4645-B739-9588-C21A-343924CAC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E6B45D-07A5-A535-3DDF-7FEA5C2F1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A5FB152-6B0D-F209-BA8C-0E69EF668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8547CA-413E-DBFA-5F23-6FC652C71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F00A9-3B06-4F95-A812-A588C888AE9D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A344F0E-3BE2-C1C9-72E6-9A48D450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EBA1AC-8ABD-4C8D-978D-33326FC35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EB8EB-7354-4C73-96D0-C7A2E970D9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7706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0575DA-A6D8-F582-4D88-863421501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3827C7D-5E2D-7004-BB42-6B7FEAF9C6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48F3FD2-D68F-720E-DB40-1D281B630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5609AE9-1F9E-B747-B884-D87BA1706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F00A9-3B06-4F95-A812-A588C888AE9D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DE21E2-7E7F-85EE-4BCA-9E0AA3B11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FB88085-260D-7A3E-9036-95F0377B0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EB8EB-7354-4C73-96D0-C7A2E970D9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345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DEAD1C-8792-A486-BF64-F388F968D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820BA49-2657-D9C8-2FF7-34943A58A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16C7B7-C594-E524-9245-D7D347C63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F00A9-3B06-4F95-A812-A588C888AE9D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6D33BA-D3AD-BEA0-C7E1-F4AFC569F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B87332-BB02-87D2-0869-CC320BB8A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EB8EB-7354-4C73-96D0-C7A2E970D9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3312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0C4CE3D-713A-29E0-61C9-061961EFBB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C7ED47A-A455-689B-D665-385E6B128B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4A3AB4-8EEB-B40D-F889-BCF7A54D4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F00A9-3B06-4F95-A812-A588C888AE9D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A3BC75-C615-3BA8-3179-1B306181F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D74D5D-AA83-4D72-27BB-2455A54D9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EB8EB-7354-4C73-96D0-C7A2E970D9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1022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D2D58FD-0182-C11C-F7A3-414862AB1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38ACA9D-97D3-5886-B58A-8E7CC3250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4C0B94-95F3-AD80-D161-25A8ADD935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8F00A9-3B06-4F95-A812-A588C888AE9D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BAC044-3D1C-E55E-5241-CC531453AC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425429-21A4-158F-32DE-DE1222CEF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6EB8EB-7354-4C73-96D0-C7A2E970D9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222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4DCEAA6-775D-C468-2E0D-BEBCC243272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73892" y="0"/>
            <a:ext cx="12430091" cy="6991927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BC1DC50-9EFA-8C38-39F9-5591752F79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Hack Bot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7CC4885-1B03-EE18-2F11-1D0A7B8C6C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655762"/>
          </a:xfrm>
        </p:spPr>
        <p:txBody>
          <a:bodyPr/>
          <a:lstStyle/>
          <a:p>
            <a:r>
              <a:rPr kumimoji="1" lang="ja-JP" altLang="en-US" dirty="0"/>
              <a:t>ジャンル：</a:t>
            </a:r>
            <a:r>
              <a:rPr kumimoji="1" lang="en-US" altLang="ja-JP" dirty="0"/>
              <a:t>3D</a:t>
            </a:r>
            <a:r>
              <a:rPr kumimoji="1" lang="ja-JP" altLang="en-US" dirty="0"/>
              <a:t>パズルシューティング</a:t>
            </a:r>
          </a:p>
        </p:txBody>
      </p:sp>
    </p:spTree>
    <p:extLst>
      <p:ext uri="{BB962C8B-B14F-4D97-AF65-F5344CB8AC3E}">
        <p14:creationId xmlns:p14="http://schemas.microsoft.com/office/powerpoint/2010/main" val="1058389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A0A315-CA08-970C-D5F1-8FEDF3AFA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・どういうゲーム？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1A2311B-D852-DC48-0C0E-4EC10911F879}"/>
              </a:ext>
            </a:extLst>
          </p:cNvPr>
          <p:cNvSpPr txBox="1"/>
          <p:nvPr/>
        </p:nvSpPr>
        <p:spPr>
          <a:xfrm>
            <a:off x="4179454" y="1690688"/>
            <a:ext cx="3833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/>
              <a:t>TPS</a:t>
            </a:r>
            <a:r>
              <a:rPr kumimoji="1" lang="ja-JP" altLang="en-US" sz="3600" dirty="0"/>
              <a:t>　</a:t>
            </a:r>
            <a:r>
              <a:rPr kumimoji="1" lang="en-US" altLang="ja-JP" sz="3600" dirty="0"/>
              <a:t>×</a:t>
            </a:r>
            <a:r>
              <a:rPr kumimoji="1" lang="ja-JP" altLang="en-US" sz="3600" dirty="0"/>
              <a:t>　パズル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373AB2C-3667-F73E-F6CF-EDA061C22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766" y="2410910"/>
            <a:ext cx="7027458" cy="395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330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894AD-50E3-D572-0EB3-74C9FD89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7E42DC-8043-D714-1028-E90014CEA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・どういうゲーム？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C8DDC5B-186E-15BF-9DA9-D352DB8226F9}"/>
              </a:ext>
            </a:extLst>
          </p:cNvPr>
          <p:cNvSpPr txBox="1"/>
          <p:nvPr/>
        </p:nvSpPr>
        <p:spPr>
          <a:xfrm>
            <a:off x="4145972" y="1995488"/>
            <a:ext cx="3900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/>
              <a:t>普通に撃つと硬い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7FEED60-A120-2FE9-D1BF-2F3470FD8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083" y="2731636"/>
            <a:ext cx="5813833" cy="376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129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92F26-F498-1E2F-79D3-FF80D7182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ECA1B1-82CB-AE39-18F3-AC1CBCACC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・どういうゲーム？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C7ED42A-5881-5EFC-AE7D-CB4A72E71919}"/>
              </a:ext>
            </a:extLst>
          </p:cNvPr>
          <p:cNvSpPr txBox="1"/>
          <p:nvPr/>
        </p:nvSpPr>
        <p:spPr>
          <a:xfrm>
            <a:off x="1809171" y="1986251"/>
            <a:ext cx="8110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/>
              <a:t>ハッキングで弱体化　→　ダメージ！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B9F39F3-3A83-53D8-E1C7-66898AF55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36" y="3019353"/>
            <a:ext cx="5578764" cy="313805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1F2DA39-785A-11EC-EAA6-E8EB7F7F0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189" y="2837141"/>
            <a:ext cx="4843048" cy="350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303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C5A06-C7F2-EDBF-8B69-54F8E48FA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059103-8008-16B1-BC9B-7C9EC45E5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43966"/>
          </a:xfrm>
        </p:spPr>
        <p:txBody>
          <a:bodyPr/>
          <a:lstStyle/>
          <a:p>
            <a:r>
              <a:rPr kumimoji="1" lang="ja-JP" altLang="en-US" dirty="0"/>
              <a:t>・</a:t>
            </a:r>
            <a:r>
              <a:rPr lang="ja-JP" altLang="en-US" dirty="0"/>
              <a:t>技術的な売り</a:t>
            </a:r>
            <a:br>
              <a:rPr kumimoji="1" lang="en-US" altLang="ja-JP" dirty="0"/>
            </a:br>
            <a:r>
              <a:rPr lang="ja-JP" altLang="en-US" dirty="0"/>
              <a:t>　</a:t>
            </a:r>
            <a:r>
              <a:rPr lang="ja-JP" altLang="en-US" sz="3200" dirty="0"/>
              <a:t>細かいモデルのアニメーション制御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65770C4-B14C-6576-DAD0-84078B0E7396}"/>
              </a:ext>
            </a:extLst>
          </p:cNvPr>
          <p:cNvSpPr txBox="1"/>
          <p:nvPr/>
        </p:nvSpPr>
        <p:spPr>
          <a:xfrm>
            <a:off x="1706331" y="2660073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照準時の上半身の姿勢制御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1427669-894D-8E78-4388-6EE26F7BE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22721"/>
            <a:ext cx="4690918" cy="312727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899DA5E-3758-3891-88C6-32D6B868B3BB}"/>
              </a:ext>
            </a:extLst>
          </p:cNvPr>
          <p:cNvSpPr txBox="1"/>
          <p:nvPr/>
        </p:nvSpPr>
        <p:spPr>
          <a:xfrm>
            <a:off x="7123459" y="2678485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照準時の下半身の制御</a:t>
            </a:r>
            <a:endParaRPr kumimoji="1" lang="ja-JP" altLang="en-US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704236CA-5C51-D35A-6DEE-EE6089024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6395" y="3648866"/>
            <a:ext cx="3696854" cy="2464569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DECFAD22-5F04-D9D3-82B9-CC0D2B780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656946" y="3648866"/>
            <a:ext cx="3696854" cy="2464569"/>
          </a:xfrm>
          <a:prstGeom prst="rect">
            <a:avLst/>
          </a:prstGeom>
        </p:spPr>
      </p:pic>
      <p:sp>
        <p:nvSpPr>
          <p:cNvPr id="14" name="矢印: 下 13">
            <a:extLst>
              <a:ext uri="{FF2B5EF4-FFF2-40B4-BE49-F238E27FC236}">
                <a16:creationId xmlns:a16="http://schemas.microsoft.com/office/drawing/2014/main" id="{7029106E-A669-6A57-C718-348322C37B26}"/>
              </a:ext>
            </a:extLst>
          </p:cNvPr>
          <p:cNvSpPr/>
          <p:nvPr/>
        </p:nvSpPr>
        <p:spPr>
          <a:xfrm rot="5400000">
            <a:off x="5931181" y="4412538"/>
            <a:ext cx="456046" cy="80412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矢印: 下 15">
            <a:extLst>
              <a:ext uri="{FF2B5EF4-FFF2-40B4-BE49-F238E27FC236}">
                <a16:creationId xmlns:a16="http://schemas.microsoft.com/office/drawing/2014/main" id="{4936656E-A148-B679-673B-B8E266A63AFD}"/>
              </a:ext>
            </a:extLst>
          </p:cNvPr>
          <p:cNvSpPr/>
          <p:nvPr/>
        </p:nvSpPr>
        <p:spPr>
          <a:xfrm rot="5400000" flipV="1">
            <a:off x="10723250" y="4412075"/>
            <a:ext cx="456046" cy="805054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9686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0F03A3-8A21-4202-9676-F8B409C24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・どこまで再現するか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83E74F9-FE53-EF60-B91F-F0FB0E06DFF5}"/>
              </a:ext>
            </a:extLst>
          </p:cNvPr>
          <p:cNvSpPr txBox="1"/>
          <p:nvPr/>
        </p:nvSpPr>
        <p:spPr>
          <a:xfrm>
            <a:off x="2305233" y="1930399"/>
            <a:ext cx="689804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再現する要素</a:t>
            </a:r>
            <a:endParaRPr kumimoji="1" lang="en-US" altLang="ja-JP" sz="2800" dirty="0"/>
          </a:p>
          <a:p>
            <a:r>
              <a:rPr lang="ja-JP" altLang="en-US" sz="2800" dirty="0"/>
              <a:t>・基本的な</a:t>
            </a:r>
            <a:r>
              <a:rPr lang="en-US" altLang="ja-JP" sz="2800" dirty="0"/>
              <a:t>TPS</a:t>
            </a:r>
            <a:r>
              <a:rPr lang="ja-JP" altLang="en-US" sz="2800" dirty="0"/>
              <a:t>部分</a:t>
            </a:r>
            <a:r>
              <a:rPr lang="en-US" altLang="ja-JP" sz="2800" dirty="0"/>
              <a:t>(</a:t>
            </a:r>
            <a:r>
              <a:rPr lang="ja-JP" altLang="en-US" sz="2800" dirty="0"/>
              <a:t>エイムとか射撃とか</a:t>
            </a:r>
            <a:r>
              <a:rPr lang="en-US" altLang="ja-JP" sz="2800" dirty="0"/>
              <a:t>)</a:t>
            </a:r>
          </a:p>
          <a:p>
            <a:r>
              <a:rPr lang="ja-JP" altLang="en-US" sz="2800" dirty="0"/>
              <a:t>・ハッキング</a:t>
            </a:r>
            <a:r>
              <a:rPr lang="en-US" altLang="ja-JP" sz="2800" dirty="0"/>
              <a:t>(</a:t>
            </a:r>
            <a:r>
              <a:rPr lang="ja-JP" altLang="en-US" sz="2800" dirty="0"/>
              <a:t>パズル部分</a:t>
            </a:r>
            <a:r>
              <a:rPr lang="en-US" altLang="ja-JP" sz="2800" dirty="0"/>
              <a:t>)</a:t>
            </a:r>
          </a:p>
          <a:p>
            <a:r>
              <a:rPr kumimoji="1" lang="ja-JP" altLang="en-US" sz="2800" dirty="0"/>
              <a:t>・敵</a:t>
            </a:r>
            <a:r>
              <a:rPr kumimoji="1" lang="en-US" altLang="ja-JP" sz="2800" dirty="0"/>
              <a:t>(</a:t>
            </a:r>
            <a:r>
              <a:rPr kumimoji="1" lang="ja-JP" altLang="en-US" sz="2800" dirty="0"/>
              <a:t>雑魚</a:t>
            </a:r>
            <a:r>
              <a:rPr kumimoji="1" lang="en-US" altLang="ja-JP" sz="2800" dirty="0"/>
              <a:t>2~3</a:t>
            </a:r>
            <a:r>
              <a:rPr kumimoji="1" lang="ja-JP" altLang="en-US" sz="2800" dirty="0"/>
              <a:t>種、ボス</a:t>
            </a:r>
            <a:r>
              <a:rPr lang="en-US" altLang="ja-JP" sz="2800" dirty="0"/>
              <a:t>1</a:t>
            </a:r>
            <a:r>
              <a:rPr kumimoji="1" lang="en-US" altLang="ja-JP" sz="2800" dirty="0"/>
              <a:t>~3</a:t>
            </a:r>
            <a:r>
              <a:rPr kumimoji="1" lang="ja-JP" altLang="en-US" sz="2800" dirty="0"/>
              <a:t>種</a:t>
            </a:r>
            <a:r>
              <a:rPr kumimoji="1" lang="en-US" altLang="ja-JP" sz="2800" dirty="0"/>
              <a:t>)</a:t>
            </a:r>
            <a:endParaRPr kumimoji="1" lang="ja-JP" altLang="en-US" sz="28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C35F807-F16E-491C-3E32-6DFF32729AD9}"/>
              </a:ext>
            </a:extLst>
          </p:cNvPr>
          <p:cNvSpPr txBox="1"/>
          <p:nvPr/>
        </p:nvSpPr>
        <p:spPr>
          <a:xfrm>
            <a:off x="2305233" y="4336471"/>
            <a:ext cx="764504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やらない</a:t>
            </a:r>
            <a:r>
              <a:rPr kumimoji="1" lang="ja-JP" altLang="en-US" sz="2800" dirty="0"/>
              <a:t>要素</a:t>
            </a:r>
            <a:endParaRPr kumimoji="1" lang="en-US" altLang="ja-JP" sz="2800" dirty="0"/>
          </a:p>
          <a:p>
            <a:r>
              <a:rPr lang="ja-JP" altLang="en-US" sz="2800" dirty="0"/>
              <a:t>・プレイヤーの成長要素</a:t>
            </a:r>
            <a:r>
              <a:rPr lang="en-US" altLang="ja-JP" sz="2800" dirty="0"/>
              <a:t>(</a:t>
            </a:r>
            <a:r>
              <a:rPr lang="ja-JP" altLang="en-US" sz="2800" dirty="0"/>
              <a:t>ステータス強化とか</a:t>
            </a:r>
            <a:r>
              <a:rPr lang="en-US" altLang="ja-JP" sz="2800" dirty="0"/>
              <a:t>)</a:t>
            </a:r>
          </a:p>
          <a:p>
            <a:r>
              <a:rPr lang="ja-JP" altLang="en-US" sz="2800" dirty="0"/>
              <a:t>・ディアナとのコミュニケーション</a:t>
            </a:r>
            <a:endParaRPr lang="en-US" altLang="ja-JP" sz="2800" dirty="0"/>
          </a:p>
          <a:p>
            <a:r>
              <a:rPr kumimoji="1" lang="ja-JP" altLang="en-US" sz="2800" dirty="0"/>
              <a:t>・</a:t>
            </a:r>
            <a:r>
              <a:rPr lang="ja-JP" altLang="en-US" sz="2800" dirty="0"/>
              <a:t>探索要素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32225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CED2F-C752-F3D8-5D71-BD111EFD0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3ABF30-286C-C2A6-FF82-154C832F1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・</a:t>
            </a:r>
            <a:r>
              <a:rPr lang="ja-JP" altLang="en-US" dirty="0"/>
              <a:t>ゲームの流れ</a:t>
            </a:r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92BC4D4-2781-10AC-5572-089F7BF2EA4F}"/>
              </a:ext>
            </a:extLst>
          </p:cNvPr>
          <p:cNvSpPr/>
          <p:nvPr/>
        </p:nvSpPr>
        <p:spPr>
          <a:xfrm>
            <a:off x="581890" y="2780145"/>
            <a:ext cx="2059709" cy="203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/>
              <a:t>ステージ選択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416B8AB-DE42-1267-BC51-CBED010E4A13}"/>
              </a:ext>
            </a:extLst>
          </p:cNvPr>
          <p:cNvSpPr/>
          <p:nvPr/>
        </p:nvSpPr>
        <p:spPr>
          <a:xfrm>
            <a:off x="3505199" y="2780145"/>
            <a:ext cx="2059709" cy="203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/>
              <a:t>ステージ攻略</a:t>
            </a:r>
            <a:br>
              <a:rPr kumimoji="1" lang="en-US" altLang="ja-JP" sz="2400" dirty="0"/>
            </a:br>
            <a:r>
              <a:rPr kumimoji="1" lang="en-US" altLang="ja-JP" sz="2400" dirty="0"/>
              <a:t>(</a:t>
            </a:r>
            <a:r>
              <a:rPr kumimoji="1" lang="ja-JP" altLang="en-US" sz="2400" dirty="0"/>
              <a:t>雑魚敵戦</a:t>
            </a:r>
            <a:r>
              <a:rPr kumimoji="1" lang="en-US" altLang="ja-JP" sz="2400" dirty="0"/>
              <a:t>)</a:t>
            </a:r>
            <a:endParaRPr kumimoji="1" lang="ja-JP" altLang="en-US" sz="2400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AC1BE55-D16C-ED97-F762-CC399F2B83FD}"/>
              </a:ext>
            </a:extLst>
          </p:cNvPr>
          <p:cNvSpPr/>
          <p:nvPr/>
        </p:nvSpPr>
        <p:spPr>
          <a:xfrm>
            <a:off x="6428509" y="2780145"/>
            <a:ext cx="2059709" cy="203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/>
              <a:t>ボス戦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BA67851-C79C-2041-2E5D-0F83BD3548A0}"/>
              </a:ext>
            </a:extLst>
          </p:cNvPr>
          <p:cNvSpPr/>
          <p:nvPr/>
        </p:nvSpPr>
        <p:spPr>
          <a:xfrm>
            <a:off x="9351818" y="2780145"/>
            <a:ext cx="2059709" cy="203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/>
              <a:t>ステージクリア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E11434D-E7CE-E7E4-5B89-C7222584F875}"/>
              </a:ext>
            </a:extLst>
          </p:cNvPr>
          <p:cNvSpPr txBox="1"/>
          <p:nvPr/>
        </p:nvSpPr>
        <p:spPr>
          <a:xfrm>
            <a:off x="4535053" y="5237017"/>
            <a:ext cx="2852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3</a:t>
            </a:r>
            <a:r>
              <a:rPr kumimoji="1" lang="ja-JP" altLang="en-US" dirty="0"/>
              <a:t>ステージくらい作りたい</a:t>
            </a: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3DE15D37-D4B0-485B-4C38-04F1CBA50A63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641599" y="3796145"/>
            <a:ext cx="863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25AEFBA1-05D4-C232-F4BE-967ED7794B8C}"/>
              </a:ext>
            </a:extLst>
          </p:cNvPr>
          <p:cNvCxnSpPr>
            <a:cxnSpLocks/>
          </p:cNvCxnSpPr>
          <p:nvPr/>
        </p:nvCxnSpPr>
        <p:spPr>
          <a:xfrm>
            <a:off x="5564909" y="3796145"/>
            <a:ext cx="863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18164E5C-C267-514B-BF8E-E9C0D3F3CF87}"/>
              </a:ext>
            </a:extLst>
          </p:cNvPr>
          <p:cNvCxnSpPr>
            <a:cxnSpLocks/>
          </p:cNvCxnSpPr>
          <p:nvPr/>
        </p:nvCxnSpPr>
        <p:spPr>
          <a:xfrm>
            <a:off x="8488218" y="3796145"/>
            <a:ext cx="863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0064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</TotalTime>
  <Words>137</Words>
  <Application>Microsoft Office PowerPoint</Application>
  <PresentationFormat>ワイド画面</PresentationFormat>
  <Paragraphs>28</Paragraphs>
  <Slides>7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Hack Bot</vt:lpstr>
      <vt:lpstr>・どういうゲーム？</vt:lpstr>
      <vt:lpstr>・どういうゲーム？</vt:lpstr>
      <vt:lpstr>・どういうゲーム？</vt:lpstr>
      <vt:lpstr>・技術的な売り 　細かいモデルのアニメーション制御</vt:lpstr>
      <vt:lpstr>・どこまで再現するか</vt:lpstr>
      <vt:lpstr>・ゲームの流れ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大翔 佐々木</dc:creator>
  <cp:lastModifiedBy>大翔 佐々木</cp:lastModifiedBy>
  <cp:revision>4</cp:revision>
  <dcterms:created xsi:type="dcterms:W3CDTF">2026-09-11T05:03:42Z</dcterms:created>
  <dcterms:modified xsi:type="dcterms:W3CDTF">2026-09-16T04:45:05Z</dcterms:modified>
</cp:coreProperties>
</file>